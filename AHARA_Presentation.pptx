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22621"/>
          </a:solidFill>
          <a:ln>
            <a:solidFill>
              <a:srgbClr val="1E3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9784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AHARA (FoodRelay)</a:t>
            </a:r>
          </a:p>
          <a:p>
            <a:pPr>
              <a:spcBef>
                <a:spcPts val="800"/>
              </a:spcBef>
              <a:defRPr sz="2000" b="1">
                <a:solidFill>
                  <a:srgbClr val="059669"/>
                </a:solidFill>
              </a:defRPr>
            </a:pPr>
            <a:r>
              <a:t>Hyperlocal Surplus Food Redistribution &amp; Zero-Waste Ecosystem</a:t>
            </a:r>
          </a:p>
          <a:p>
            <a:pPr>
              <a:spcBef>
                <a:spcPts val="1400"/>
              </a:spcBef>
              <a:defRPr sz="1400">
                <a:solidFill>
                  <a:srgbClr val="E2E8F0"/>
                </a:solidFill>
              </a:defRPr>
            </a:pPr>
            <a:r>
              <a:t>Empowering commercial food donors (weddings, caterers, hotels, cafeterias) with real-time FSSAI safe-limit tracking, dynamic fair delivery quoting, and an emergency zero-waste fallback to animal shelters and Gaushalas.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389120"/>
            <a:ext cx="9784080" cy="1188720"/>
          </a:xfrm>
          <a:prstGeom prst="roundRect">
            <a:avLst/>
          </a:prstGeom>
          <a:solidFill>
            <a:srgbClr val="0C2D26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PROJECT BUILDERS &amp; PARTICIPANTS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Sohan D   •   Yashwanth M   •   Harshith Y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THE REAL-WORLD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Paradox of Massive Surplus Food Wastage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Over 68 million tons of food is wasted annually in India, while millions remain food-insecure.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1. Hyperlocal Information Gap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Donors (weddings, hotels, caterers) have high-quality freshly cooked food, but lack immediate live visibility into which verified shelter or orphanage within a 5-10 km radius can receive it tonight.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2. FSSAI Food Safety &amp; Spoilage Fear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Cooked food degrades rapidly. Without clear, immutable preparation-to-consumption safe window limits, donors fear liability, causing good surplus food to be discarded preemptively.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3. The Delivery Logistics Deadlock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Who delivers the food? Volunteers lack vehicles; NGOs operate on shoestring budgets; donors don't know the fare. The lack of fair split-cost delivery mechanisms causes rescue attempts to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4. Zero Fallback for Late-Hour Food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When food nears the end of its consumption window with no human takers, 100% of it is thrown into municipal dumpsters, rotting in landfills and releasing potent methane 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COMPREHENSIVE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AHARA: The 360° Food Rescue Ecosystem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 purpose-built web platform engineered for extreme speed, strict food safety, and zero food wastage.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06040" cy="411480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59669"/>
                </a:solidFill>
              </a:defRPr>
            </a:pPr>
            <a:r>
              <a:t>⚡ 60-Second Posting Flow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Donors publish surplus meal listings in under 1 minute with event type, batch quantity, preparation hour, and storage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606040" cy="411480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🛡️ Immutable Safe-Until Limits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FSSAI safety standards embedded into continuous countdown timers that strictly block unsafe expired food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606040" cy="411480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97706"/>
                </a:solidFill>
              </a:defRPr>
            </a:pPr>
            <a:r>
              <a:t>🤝 Dynamic Fare Quoting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Real-time delivery cost estimation with custom Porter/Dunzo/Uber quoting and 5 flexible cost-sharing negotiation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606040" cy="411480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59669"/>
                </a:solidFill>
              </a:defRPr>
            </a:pPr>
            <a:r>
              <a:t>🐾 Zero-Waste Animal Fallback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Automated 30-minute pre-expiry diversion routing remaining surplus to local cattle shelters (Gaushalas) and animal rescue hubs.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SYSTEM DESIGN &amp;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Multi-Portal Architecture with Multi-Tab Session Isolation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Tailored user journeys for donors and recipients, supporting simultaneous isolated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411480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🍲 DONOR PORTAL (/#/donor)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Rapid Listing Creation: Specify surplus plates, event context, and storage (Ambient / Chilled / Heated).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Live Safe-Life Monitoring: Color-coded remaining safe duration with automated alert triggers.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Delivery Proposal Review: Accept or counter delivery method and custom delivery fare quotes.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Vehicle &amp; Driver Dispatch: Track driver name, vehicle number plate, phone, and live ETA.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Emergency Animal Fallback: Divert last-half-hour food to Gaushalas with 1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411480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🏢 RECIPIENT PORTAL (/#/receiver)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Localized Live Feed: Explore verified surplus listings across Bangalore urban micro-clusters.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Flexible Batch Acceptance: Claim partial quantities (e.g. 40 of 100 plates) matching shelter capacity.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Delivery Negotiation Engine: Propose Self Pickup, Donor Drop, or Shared Commercial Courier.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Real-Time Status Lifecycle: ACCEPTED → CONFIRMED → READY → OUT_FOR_DELIVERY → DELIVERED.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• Delivery Receipt Verification: Confirm receipt and record community nutritional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SAFETY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FSSAI Food Safety Standards &amp; Immutable Safe Timers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Public health is paramount: AHARA embeds food safety science directly into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🔒 Immutable 'safeUntil' Lock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Calculated strictly at listing creation as createdAt + safeHours * 3,600,000 ms. Once set, safeUntil can NEVER be extended or tampered with by any party.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⏱️ Live Continuous Countdown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Active countdown timers on every card and detail screen display exact hours, minutes, and seconds remaining with visual warning states (Green → Amber → Red).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🚫 Automated Expiry Lockout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As soon as safeUntil is reached, human claim actions are disabled instantly. The post transitions to EXPIRED, preventing any distribution of spoiled food.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🔔 30-Minute Advance Alert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At 30 minutes remaining, automated alerts warn both donor and active recipients, allowing orderly handover or diversion before the window closes.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LOGISTICS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Dynamic Fare Quoting &amp; 5-Way Cost Sharing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Eliminating delivery friction through transparent negotiation and live price quoting.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486400" cy="420624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97706"/>
                </a:solidFill>
              </a:defRPr>
            </a:pPr>
            <a:r>
              <a:t>🤝 5 FLEXIBLE DELIVERY METHODS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</a:defRPr>
            </a:pPr>
            <a:r>
              <a:t>• SELF_PICKUP (₹0): Recipient shelter arranges their own volunteer or vehicle.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</a:defRPr>
            </a:pPr>
            <a:r>
              <a:t>• DONOR_DROP (₹0): Donor drops food off at the shelter on their way.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</a:defRPr>
            </a:pPr>
            <a:r>
              <a:t>• SPLIT (50 / 50): Delivery cost is shared equally between donor &amp; recipient shelter.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</a:defRPr>
            </a:pPr>
            <a:r>
              <a:t>• DONOR_PAYS (100%): Donor sponsors full delivery courier as an act of charity.</a:t>
            </a:r>
          </a:p>
          <a:p>
            <a:pPr>
              <a:spcBef>
                <a:spcPts val="500"/>
              </a:spcBef>
              <a:defRPr sz="1100">
                <a:solidFill>
                  <a:srgbClr val="E2E8F0"/>
                </a:solidFill>
              </a:defRPr>
            </a:pPr>
            <a:r>
              <a:t>• RECEIVER_PAYS (100%): Recipient NGO covers the delivery fare via institutional funds.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420624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59669"/>
                </a:solidFill>
              </a:defRPr>
            </a:pPr>
            <a:r>
              <a:t>🛵 LIVE APP FARE QUOTING (NEW)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1. Haversine Baseline Distance: System computes exact km between Bangalore zones (Indiranagar, Koramangala, HSR, Whitefield, etc.).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2. Live Courier Price Entry: Proposer can check Porter, Rapido, Dunzo, or Uber Auto and enter the exact live quote.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3. Dynamic Share Splitting: Shares update automatically in real time (e.g. ₹160 fare → ₹80 Donor / ₹80 Receiver).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4. Mid-Delivery Adjustments: If driver encounters highway toll or weather surge, costs can be updated during OUT_FOR_DELIVERY with full audit trails.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5. Two-Way Agreement: Both parties must explicitly accept before transport details are confirmed.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GAME-CHANGING ZERO WASTE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Zero-Waste Fallback: Gaushala &amp; Animal Shelter Diversion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When human food windows close, animal feeding ensures 100% zero food goes to waste.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🚨 30-Min Emergency Alert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When a listing enters the final 30 minutes with remaining plates, donor gets an alert to divert unclaimed food to nearby Gaushalas or animal rescue centers.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📍 Nearest Gaushala Discovery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Curated registry of verified Bangalore animal shelters (Sri Krishna Gaushala, CARE, Akhila Karnataka Gaushala) automatically sorted by distance with phone contacts.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❤️ Donor Goodwill Courier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Donor can deliver directly (Self-Drop ₹0) or book a Goodwill Courier where the donor covers the delivery fare (~₹80) as an act of compassion &amp; Gau Seva.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72B6"/>
                </a:solidFill>
              </a:defRPr>
            </a:pPr>
            <a:r>
              <a:t>🎉 Celebration Pop-Up &amp; Quotes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Successful dispatch triggers an uplifting celebration modal with inspiring quotes (Gandhi, Buddha, Jane Goodall), marking the rescue 100% zero-waste 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METRICS &amp;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Real-Time Environmental &amp; Community Impact Dashboard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Quantifying meals delivered, hunger relieved, and carbon emissions averted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606040" cy="182880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Plates Saved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Human + Animal Rescues Combined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606040" cy="182880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9488"/>
                </a:solidFill>
              </a:defRPr>
            </a:pPr>
            <a:r>
              <a:t>Verified Orders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100% Receipt Confirmed by Shelters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606040" cy="182880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Animals Fed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Dispatched to Gaushalas &amp; Rescue Hubs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606040" cy="1828800"/>
          </a:xfrm>
          <a:prstGeom prst="roundRect">
            <a:avLst/>
          </a:prstGeom>
          <a:solidFill>
            <a:srgbClr val="1226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CO₂e Prevented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Organic Rot Landfill 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0C2D26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🌿 SCIENTIFIC IMPACT MULTIPLIERS EMBEDDED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Food Mass Equivalent: ~400 grams per meal plate rescued from going into municipal landfills.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Greenhouse Gas Mitigation: ~1.5 kg CO₂e greenhouse gas averted per kg of surplus food rescued.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Economic Value Generated: ₹75 per human meal plate &amp; ₹40 per cattle feed plate delivered directly to grassroot charities.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Dual Audit Tables: Real-time logs for both verified shelter deliveries and Gaushala zero-waste dispatches.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Concurrency, Edge-Case Handling &amp; Automated Testing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Built for real-world stress conditions with defensive programming and zero silent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⚡ Simultaneous Claim Protection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Atomic inventory checks prevent race conditions when multiple recipients claim simultaneously. If remainingQty is depleted, the second recipient receives an instant friendly block with no data corruption.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🔄 Cancellation Inventory Reversal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When an order is cancelled, plates are immediately refunded back to the post's active remainingQty and reopened for nearby shelters, broadcasting restock alerts across Bangalore.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📝 Mandatory Reason &amp; Audit Trail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Cancellations strictly require a verified reason (min 5 chars), recording who cancelled and why, displayed transparently in order histories to deter frivolous cancellations.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06240"/>
            <a:ext cx="5257800" cy="1965960"/>
          </a:xfrm>
          <a:prstGeom prst="roundRect">
            <a:avLst/>
          </a:prstGeom>
          <a:solidFill>
            <a:srgbClr val="12262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🧪 8-Test Automated Test Suite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Full test-suite.js verifies Haversine distance, custom fare splits, zero-fare promos, mid-delivery adjustments, time offset simulation, and Gaushala 30-min dispatches.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● 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Scalability Roadmap &amp; Team Credits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Scaling AHARA to eliminate hunger and food wastage across Indian urban hubs.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486400" cy="4206240"/>
          </a:xfrm>
          <a:prstGeom prst="roundRect">
            <a:avLst/>
          </a:prstGeom>
          <a:solidFill>
            <a:srgbClr val="12262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🚀 SCALABILITY ROADMAP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1. IoT Cold-Chain Temperature Sensors: Bluetooth/NFC sensors logging container temperatures for milk/paneer dishes.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2. WhatsApp &amp; IVR Voice Bot: Enabling grassroots shelter caretakers to accept food without requiring smartphones.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3. Automated Tax Receipts (Section 80G): Instant digital donation deduction certificates for commercial food caterers.</a:t>
            </a:r>
          </a:p>
          <a:p>
            <a:pPr>
              <a:spcBef>
                <a:spcPts val="700"/>
              </a:spcBef>
              <a:defRPr sz="1100">
                <a:solidFill>
                  <a:srgbClr val="E2E8F0"/>
                </a:solidFill>
              </a:defRPr>
            </a:pPr>
            <a:r>
              <a:t>4. Electric Vehicle Delivery Fleet Partnership: Partnering with green EV logistics fleets for zero-emission food transport.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4206240"/>
          </a:xfrm>
          <a:prstGeom prst="roundRect">
            <a:avLst/>
          </a:prstGeom>
          <a:solidFill>
            <a:srgbClr val="0C2D2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👥 PROJECT CREATORS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⭐ Sohan 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Fullstack Architecture, State Management &amp; System Design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⭐ Yashwanth M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Frontend Engineering, Dynamic Delivery Quoting &amp; Portals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⭐ Harshith Y A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Zero-Waste Logistics, Impact Metrics &amp; Quality Engineering</a:t>
            </a:r>
          </a:p>
          <a:p>
            <a:br/>
            <a:pPr>
              <a:defRPr sz="1300" b="1">
                <a:solidFill>
                  <a:srgbClr val="059669"/>
                </a:solidFill>
              </a:defRPr>
            </a:pPr>
            <a:r>
              <a:t>Thank you! Questions &amp; Live Demo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